
<file path=[Content_Types].xml><?xml version="1.0" encoding="utf-8"?>
<Types xmlns="http://schemas.openxmlformats.org/package/2006/content-types">
  <Default Extension="xml" ContentType="application/xml"/>
  <Override PartName="/ppt/slides/slide1.xml" ContentType="application/vnd.openxmlformats-officedocument.presentationml.slide+xml"/>
</Types>
</file>

<file path=ppt/slides/slide1.xml><?xml version="1.0" encoding="utf-8"?>
<p:sld xmlns:p="http://schemas.openxmlformats.org/presentationml/2006/main" xmlns:a="http://schemas.openxmlformats.org/drawingml/2006/main">
  <p:cSld>
    <p:spTree>
      <p:sp>
        <p:txBody>
          <a:p>
            <a:r>
              <a:t>Contact Center Escalation Guide</a:t>
            </a:r>
          </a:p>
          <a:p>
            <a:r>
              <a:t>Contact Center Escalation Guide. Business area: Policy Servicing. Audience: Internal Operations. Content owner: Content Owner 01. Language: English. Country of origin: Canada. Sentiment: Negative. Approval status: Review Required. Last reviewed age days: 370. Unresolved service cases are exceeding response targets. The guide identifies escalation checkpoints but requires updated ownership assignments.</a:t>
            </a:r>
          </a:p>
        </p:txBody>
      </p:sp>
    </p:spTree>
  </p:cSld>
</p:sld>
</file>