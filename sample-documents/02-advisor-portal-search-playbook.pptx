
<file path=[Content_Types].xml><?xml version="1.0" encoding="utf-8"?>
<Types xmlns="http://schemas.openxmlformats.org/package/2006/content-types">
  <Default Extension="xml" ContentType="application/xml"/>
  <Override PartName="/ppt/slides/slide1.xml" ContentType="application/vnd.openxmlformats-officedocument.presentationml.slide+xml"/>
</Types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Advisor Portal Search Playbook</a:t>
            </a:r>
          </a:p>
          <a:p>
            <a:r>
              <a:t>Advisor Portal Search Playbook. Business area: Advisor Experience. Audience: Advisor. Content owner: Content Owner 03. Author: Sample Author 02. Language: Spanish. Country of origin: Spain. Sentiment: Positive. Approval status: Approved. Last reviewed age days: 130. Guia para encontrar documentos de polizas y recursos educativos. Los ejemplos muestran busquedas rapidas para atender mejor a cada cliente.</a:t>
            </a:r>
          </a:p>
        </p:txBody>
      </p:sp>
    </p:spTree>
  </p:cSld>
</p:sld>
</file>